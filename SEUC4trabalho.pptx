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D22F6-2027-4E83-91CE-210827C428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796F81-BC87-43D5-A253-E5DE413902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117B8E-9236-4B99-8FF8-80B3E969B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491B-0FB7-4B48-ACBC-B1659D327448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4C8D6E-6F6C-44CB-B189-D2FE3405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8FA9AD-0C9D-46A2-9DA5-D265B2910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78288-6231-49FF-AF53-3ED30C00BC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534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11A638-5434-4A11-8F63-51821D408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8F6549-921C-4FA0-94C8-BB399FC51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5032FA-C5CE-4E61-BB82-5189DE36F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491B-0FB7-4B48-ACBC-B1659D327448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A3911F-8849-4E39-9362-8F0C82AB4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C74F55-30C4-4676-BFA3-FD7D53E53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78288-6231-49FF-AF53-3ED30C00BC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5118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291AA6-5FDA-41BE-90C9-C485E8D56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F0174AE-C035-4F4B-A888-9CEE1E604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C44AFF-07A2-46C9-8D32-4E1F29AFD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491B-0FB7-4B48-ACBC-B1659D327448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C2B519-8F3B-4F53-9C5C-D7D6CC6BF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F0FDBC-8D43-4B21-8378-54F09F43E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78288-6231-49FF-AF53-3ED30C00BC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3376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38EF5-FAF2-4810-889F-E221B7A17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0E434D-163B-4ED6-AC0D-4B63E154C5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D3B3700-DCF7-48CD-95F6-240C7F6CA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81ABA76-1D29-42C8-87B7-ADE7BC18D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491B-0FB7-4B48-ACBC-B1659D327448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A09B353-BFA2-41B1-966D-B126B5F6C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320CDE0-1361-4EE7-95FA-5082BC5D6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78288-6231-49FF-AF53-3ED30C00BC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3808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3445CF-2CF4-48F2-8367-E02764F15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A9BDAE-DDE2-4122-8D19-CC6DA2321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F815D50-AE4B-4486-B17F-3C0A813EC1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702A2F8-2121-4575-9CC7-D09A8A06F9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8427D40-F8D0-4D36-8F24-D264E57BA8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F15AD50-639F-486F-893E-0F4F80C1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491B-0FB7-4B48-ACBC-B1659D327448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5CBDACD-6403-4931-BBEA-1CB76DECB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C16A994-20D2-4668-B401-D347497FC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78288-6231-49FF-AF53-3ED30C00BC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9164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EA56C7-1BB7-4551-A25A-842B2D243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8758E02-B2E2-451B-9C95-E111365CA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491B-0FB7-4B48-ACBC-B1659D327448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54D798C-9CA8-4A82-A3A1-E396DF3ED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7F2C8E3-76AA-48A5-B797-3A2103BA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78288-6231-49FF-AF53-3ED30C00BC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980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5F17A3D-714B-4EFE-AE97-1B11E24DA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491B-0FB7-4B48-ACBC-B1659D327448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EBDE52C-6AF3-4D6F-AC33-9944B70B5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D606796-F7B2-404E-9BBB-27557216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78288-6231-49FF-AF53-3ED30C00BC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0234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59DB9F-ADF7-47FB-A971-661359E41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6799EA-FE37-4A78-8C83-6E066D315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9C47A84-8377-4791-B4F6-24BD853297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6A7CAE2-0A57-4D8C-970F-4411C8C41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491B-0FB7-4B48-ACBC-B1659D327448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7F0975-EEDF-4F07-88D5-FA82A4658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8B43E09-223A-402C-BB1E-0453DEC8C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78288-6231-49FF-AF53-3ED30C00BC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7964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1CC12B-2BC2-4A87-9702-43BDA710D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4336136-9A9B-487B-8BB6-C592385AA4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4848AC-3EE1-45C9-A0E0-452FA689C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DB2BE71-42A8-446E-BD6A-3393EEB55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491B-0FB7-4B48-ACBC-B1659D327448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6D4D264-3FD7-49E5-958B-FC4FF0290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CE67DEF-861B-43EB-82A5-B4E07012F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78288-6231-49FF-AF53-3ED30C00BC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3793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074F60-A9A4-4044-A0DE-29B81573C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F85D474-0AD5-4103-B890-47C48C8333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E736BA-D6A0-4B70-90AA-C7584A564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491B-0FB7-4B48-ACBC-B1659D327448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BC14613-21BB-4D23-86EA-31E17FD41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8AD19E-5EAA-4C59-B590-26044C9D1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78288-6231-49FF-AF53-3ED30C00BC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4069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455E660-406A-4ADB-8D5A-22915E5F9F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B2523BB-B504-4EA6-AD10-E61D2EF62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40C3B6-3643-4039-A543-C7E3CE815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491B-0FB7-4B48-ACBC-B1659D327448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6CFFAF-57EB-49C8-B0C0-E72C32E9A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CBA95F-0678-417D-BE7B-036598593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78288-6231-49FF-AF53-3ED30C00BC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4169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379934C-FD0B-4E57-86AF-99654C730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BF1B3FD-81EB-467B-83D6-ED794C7A3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82F212-0999-4883-8AF2-CA3154F9E1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D491B-0FB7-4B48-ACBC-B1659D327448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E58592-1783-4B00-BB72-8BE6A51D7C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A53C8E-6E5B-439B-A10D-D4E8FA4C9F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978288-6231-49FF-AF53-3ED30C00BC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756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5970C4-9E1F-4732-A11E-20B74675D2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532467"/>
          </a:xfrm>
        </p:spPr>
        <p:txBody>
          <a:bodyPr>
            <a:normAutofit/>
          </a:bodyPr>
          <a:lstStyle/>
          <a:p>
            <a:r>
              <a:rPr lang="pt-BR" sz="10000" dirty="0"/>
              <a:t>Trabalho Lucia </a:t>
            </a:r>
            <a:r>
              <a:rPr lang="pt-BR" sz="10000" dirty="0" err="1"/>
              <a:t>Lab</a:t>
            </a:r>
            <a:r>
              <a:rPr lang="pt-BR" sz="10000" dirty="0"/>
              <a:t> 01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3265FD4-A365-43F5-BE57-9C3D489EF3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995334"/>
            <a:ext cx="12192000" cy="719666"/>
          </a:xfrm>
        </p:spPr>
        <p:txBody>
          <a:bodyPr/>
          <a:lstStyle/>
          <a:p>
            <a:r>
              <a:rPr lang="pt-BR" dirty="0"/>
              <a:t>Eduardo </a:t>
            </a:r>
            <a:r>
              <a:rPr lang="pt-BR" dirty="0" err="1"/>
              <a:t>Colmati</a:t>
            </a:r>
            <a:r>
              <a:rPr lang="pt-BR" dirty="0"/>
              <a:t>, Enzo Carleti, Gustavo de Oliveira, Pedro</a:t>
            </a:r>
          </a:p>
        </p:txBody>
      </p:sp>
    </p:spTree>
    <p:extLst>
      <p:ext uri="{BB962C8B-B14F-4D97-AF65-F5344CB8AC3E}">
        <p14:creationId xmlns:p14="http://schemas.microsoft.com/office/powerpoint/2010/main" val="2015197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91C2A5-9B3E-4B26-A07D-EACC0771E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Projeto: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749B6A-127B-4345-8A53-42ED9659C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código SEUC-4, é um código que tenta ser o mais leve e eficiente para a leitura e o resultado dos dados lidos que foi criado para resolver os problemas causados pela perda dos chips de memória que continha </a:t>
            </a:r>
          </a:p>
        </p:txBody>
      </p:sp>
    </p:spTree>
    <p:extLst>
      <p:ext uri="{BB962C8B-B14F-4D97-AF65-F5344CB8AC3E}">
        <p14:creationId xmlns:p14="http://schemas.microsoft.com/office/powerpoint/2010/main" val="31503419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57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do Office</vt:lpstr>
      <vt:lpstr>Trabalho Lucia Lab 01</vt:lpstr>
      <vt:lpstr>Projeto: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Trabalho Lucia Lab 01</dc:title>
  <dc:creator>Enzo Carleti Teixeira</dc:creator>
  <cp:lastModifiedBy>Enzo Carleti Teixeira</cp:lastModifiedBy>
  <cp:revision>2</cp:revision>
  <dcterms:created xsi:type="dcterms:W3CDTF">2026-04-27T13:36:15Z</dcterms:created>
  <dcterms:modified xsi:type="dcterms:W3CDTF">2026-04-27T13:50:26Z</dcterms:modified>
</cp:coreProperties>
</file>